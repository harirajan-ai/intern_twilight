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7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vs Backend vs Tester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example. Think of Flipkart, the online shopping app.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280160" y="2651760"/>
            <a:ext cx="1463040" cy="146304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290" y="3002890"/>
            <a:ext cx="760781" cy="7607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749040" y="2651760"/>
            <a:ext cx="1463040" cy="146304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170" y="3002890"/>
            <a:ext cx="760781" cy="76078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17920" y="2651760"/>
            <a:ext cx="1463040" cy="146304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50" y="3002890"/>
            <a:ext cx="760781" cy="76078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8016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374904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621792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everything you see and touch.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0" y="228600"/>
            <a:ext cx="868680" cy="86868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3" y="43708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build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images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bar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“Add to Cart” button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map showing your delivery partner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job is to make the app look good, feel smooth, and work well on different phones.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6002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1945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hidden engine behind the screen.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0" y="228600"/>
            <a:ext cx="868680" cy="86868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3" y="43708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tap “Place Order”, the backend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stock at the nearest warehouse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the price and discounts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your payment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order in a database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delivery partner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see it, but the whole app depends on 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6002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1945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sure everything works before real customers use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0" y="228600"/>
            <a:ext cx="868680" cy="86868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0883" y="437083"/>
            <a:ext cx="451714" cy="451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try things like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I order an out-of-stock item?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payment fails halfway?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coupon expires while I’m checking out?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report bugs, and often write automated tests too.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0" y="160020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7220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21945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Appium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restaurant.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25880" y="1828800"/>
            <a:ext cx="1005840" cy="100584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2070202"/>
            <a:ext cx="523037" cy="5230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area and the menu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29184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69080" y="1828800"/>
            <a:ext cx="1005840" cy="100584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482" y="2070202"/>
            <a:ext cx="523037" cy="5230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12280" y="1828800"/>
            <a:ext cx="1005840" cy="1005840"/>
          </a:xfrm>
          <a:prstGeom prst="ellipse">
            <a:avLst/>
          </a:prstGeom>
          <a:solidFill>
            <a:srgbClr val="FFE500"/>
          </a:solidFill>
          <a:ln w="12700">
            <a:solidFill>
              <a:srgbClr val="FFE5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3682" y="2070202"/>
            <a:ext cx="523037" cy="5230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7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quality checker who tastes the food before it reaches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2026-09-29T03:38:03Z</dcterms:created>
  <dcterms:modified xsi:type="dcterms:W3CDTF">2026-09-29T03:38:03Z</dcterms:modified>
</cp:coreProperties>
</file>